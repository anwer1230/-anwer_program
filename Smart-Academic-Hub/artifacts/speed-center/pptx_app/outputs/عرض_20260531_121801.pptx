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4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الذكاء الاصطناعي هو تقنية ثورية تغير العالم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400" b="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مواد تعليمية متميزة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931920" cy="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المقدمة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يستخدم في الطب والتعليم والاقتصاد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المفاهيم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يعتمد على الشبكات العصبية والتعلم الآلي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التطبيقات العملية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يساعد في تشخيص الأمراض بدقة عالية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6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الخلاصة والتوصيات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651760"/>
            <a:ext cx="5760720" cy="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✅ يُسرّع قرارات الأعمال</a:t>
            </a:r>
          </a:p>
          <a:p>
            <a:pPr algn="r" rtl="1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📌 نرحب بأسئلتكم واستفساراتكم</a:t>
            </a:r>
          </a:p>
          <a:p>
            <a:pPr algn="r" rtl="1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🙏 شكراً لاهتمامكم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